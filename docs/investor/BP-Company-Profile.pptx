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 التعريفي · COMPANY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شريك الأعمال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تشغيل ذكي للأعمال — فريقك الرقمي وامتثالك الحكومي من اليوم الأول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business operating system for Saudi Arabia.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5285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 العارض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businesspartner.sa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5285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+966 53 054 0231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5285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business@businesspartner.sa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5285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 · من نحن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نحوّل تعقيد الأعمال إلى منصة ذكية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business complexity into an intelligent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شركة تقنية سعودية تبني «نظام تشغيل ذكي للأعمال»: نمنح رائد الأعمال والمنشأة الصغيرة فريقًا رقميًا بالذكاء الاصطناعي وطبقة امتثال حكومي، باشتراك شهري — بدل توظيف طاقم كامل مكلف. جوهرنا تحويل الخبرة التشغيلية والحكومية إلى مسارات قابلة للتنفيذ بأمان.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91672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1009008634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التجاري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310887376200003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 الضريبي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7038696196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4672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 الموحّد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 – حي العارض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businesspartner.sa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805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تقنية الأعمال · الذكاء الاصطناعي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4672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المجال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 · المشكلة والحل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Business Partner؟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Business Partner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23560" y="307238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تعقيد الامتثال عبر منصات متعددة (قوى، مقيم، التأمينات، مدد…) بمواعيد متغيّرة.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23560" y="367588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210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فريق ولا خبرة تأسيس وتشغيل لدى الموظف أو صاحب العمل الحر.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23560" y="427939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24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طاقم كامل عالية قبل أول ريال إيراد.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23560" y="488289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28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رد فعلية → غرامات وتجميد خدمات.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5352" y="22860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451592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320272" y="30723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امتثال ذكي يراقب قوى ومقيم استباقيًا، ينبّه، ويجهّز الإجراءات.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320272" y="367588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6210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رقمي متخصص (مبيعات، تسويق، HR، مالية، تقنية…) باشتراك شهري.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320272" y="42793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4224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هجين بموافقة العميل + سجل تدقيق كامل.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320272" y="48828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4828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صارمة: لا كلمات مرور ولا رموز تحقق (OTP) محفوظة.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PRODUCTS · منتجاتنا وباقاتنا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باقات اشتراك شهري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monthly subscription tiers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﷼ / شهر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الامتثال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منصات قوى ومقيم، تنبيهات، تجهيز الإجراءات، وسجل تدقيق.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33172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﷼ / شهر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الذكي المتخصص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ذكاء اصطناعي (مبيعات/تسويق/HR/مالية) متصل بأدوات العميل.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33172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﷼ / شهر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8388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الخدمات المشتركة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إدارات رقمية متكاملة + تنفيذ بشري + حوكمة — شركتك كاملة كخدمة.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الحالية أسعار دخول تجريبية تُقفل بنموذج مالي بعد قياس تكلفة الخدمة.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كيف نعمل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بسيطة… وحوكمة في العمق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interface, deep governance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4732" y="2542032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28473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32888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07208" y="23774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3300" y="2542032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54330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98648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آمن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link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65776" y="23774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1868" y="2542032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01868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وتنبيه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57216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50024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24344" y="23774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0436" y="2542032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060436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5784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هجين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15784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08592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582912" y="23774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19004" y="2542032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10319004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74352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ونمو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74352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&amp; grow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الثقة · Governance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183112" y="47274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تفويض رسمي + أقل صلاحية + موافقة بشرية قبل أي دفع أو توقيع أو تقديم حكومي.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1183112" y="5093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كلمات مرور ولا رموز تحقق (OTP) محفوظة إطلاقًا — ربط آمن فقط.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1183112" y="54589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للأتمتة · Notion كمصدر حقيقة · تكامل رسمي مع الوقت.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TECHNOLOGY · الإنجازات والتقنية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أصول حقيقية جاهزة للتشغيل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operational assets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منشورة على الموقع الحي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423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محتوى مدقّقة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423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18388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وحاسبات امتثال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0690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المنظومة التقنية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183112" y="4581144"/>
            <a:ext cx="109728" cy="10972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تشغيل في Notion: CRM، مبيعات، مشاريع، مهام، SOPs، وموافقات.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83112" y="4946904"/>
            <a:ext cx="109728" cy="10972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واتساب ذكية + محرك حملات بريد B2B ثنائي اللغة.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183112" y="5312664"/>
            <a:ext cx="109728" cy="10972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وكلاء ذكاء اصطناعي مربوطون على n8n يعملون كإدارات مترابطة.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1280160"/>
            <a:ext cx="1828800" cy="18288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باهر مقنص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Baher Magnas · Founder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· Venture Builder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· الفريق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خبرة تشغيلية عاشت المشكلة قبل أن تبني الحل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1430000" y="2221992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488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20 سنة خبرة تشغيلية منذ 2002.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0" y="306324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99008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تأسيس وتشغيل أكثر من 15 كيانًا: موارد بشرية واستقدام، لوجستيات، سياحة، امتثال، وعقار.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0" y="390448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831336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التعقيد التشغيلي والحكومي إلى أنظمة قابلة للتنفيذ.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0" y="4745736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67258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مدعوم بذراع تقنية لبناء المنصة والأتمتة (Claudesite.net).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CONTACT · رؤيتنا والتواصل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نمكّن الإنسان من بناء شركة تعمل وتنمو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people to build companies that run and grow — aligned with Vision 2030.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تمكين المنشآت الصغيرة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تكلفة الدخول للسوق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743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الامتثال والكفاءة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الكيان من الغرامات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فرص وظيفية جديدة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الأفراد إلى أصحاب منشآت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businesspartner.sa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business@businesspartner.sa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+966 53 054 0231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 – حي العارض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شريك الأعمال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Business 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Business Partner</dc:creator>
  <cp:lastModifiedBy>Business Partner</cp:lastModifiedBy>
  <cp:revision>1</cp:revision>
  <dcterms:created xsi:type="dcterms:W3CDTF">2026-08-11T15:05:20Z</dcterms:created>
  <dcterms:modified xsi:type="dcterms:W3CDTF">2026-08-11T15:05:20Z</dcterms:modified>
</cp:coreProperties>
</file>